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-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5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1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9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0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7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3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8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1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9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86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065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93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1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21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5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53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614261" cy="1400530"/>
          </a:xfrm>
        </p:spPr>
        <p:txBody>
          <a:bodyPr/>
          <a:lstStyle/>
          <a:p>
            <a:r>
              <a:rPr dirty="0"/>
              <a:t>RTC-Based Digital </a:t>
            </a:r>
            <a:r>
              <a:rPr lang="en-IN" dirty="0"/>
              <a:t>Clock</a:t>
            </a:r>
            <a:endParaRPr dirty="0"/>
          </a:p>
          <a:p>
            <a:r>
              <a:rPr dirty="0"/>
              <a:t>(Time, Date</a:t>
            </a:r>
            <a:r>
              <a:rPr lang="en-IN" dirty="0"/>
              <a:t>, </a:t>
            </a:r>
            <a:r>
              <a:rPr dirty="0"/>
              <a:t>Temperature</a:t>
            </a:r>
            <a:r>
              <a:rPr lang="en-IN" dirty="0"/>
              <a:t> &amp; pressure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842" y="2880240"/>
            <a:ext cx="6711654" cy="2388446"/>
          </a:xfrm>
        </p:spPr>
        <p:txBody>
          <a:bodyPr/>
          <a:lstStyle/>
          <a:p>
            <a:r>
              <a:rPr dirty="0"/>
              <a:t>Project Submission</a:t>
            </a:r>
          </a:p>
          <a:p>
            <a:endParaRPr dirty="0"/>
          </a:p>
          <a:p>
            <a:r>
              <a:rPr dirty="0"/>
              <a:t>Developed using AVR Microcontroller</a:t>
            </a:r>
          </a:p>
          <a:p>
            <a:r>
              <a:rPr dirty="0"/>
              <a:t>RTC + OLED + Temperature Sensor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Digital watch displaying Time, Date, Room Temperature</a:t>
            </a:r>
            <a:r>
              <a:rPr lang="en-IN" dirty="0"/>
              <a:t> &amp; pressure</a:t>
            </a:r>
            <a:endParaRPr dirty="0"/>
          </a:p>
          <a:p>
            <a:r>
              <a:rPr dirty="0"/>
              <a:t>• Real-time data using RTC</a:t>
            </a:r>
          </a:p>
          <a:p>
            <a:r>
              <a:rPr dirty="0"/>
              <a:t>• OLED-based graphical display</a:t>
            </a:r>
          </a:p>
          <a:p>
            <a:r>
              <a:rPr dirty="0"/>
              <a:t>• Designed using embedded C (bare-metal)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AVR Microcontroller (</a:t>
            </a:r>
            <a:r>
              <a:rPr dirty="0" err="1"/>
              <a:t>ATmega</a:t>
            </a:r>
            <a:r>
              <a:rPr dirty="0"/>
              <a:t> series)</a:t>
            </a:r>
          </a:p>
          <a:p>
            <a:r>
              <a:rPr dirty="0"/>
              <a:t>• DS1307 RTC Module</a:t>
            </a:r>
          </a:p>
          <a:p>
            <a:r>
              <a:rPr dirty="0"/>
              <a:t>• OLED Display (SSD1306 – I2C)</a:t>
            </a:r>
          </a:p>
          <a:p>
            <a:r>
              <a:rPr dirty="0"/>
              <a:t>• </a:t>
            </a:r>
            <a:r>
              <a:rPr lang="en-IN" dirty="0"/>
              <a:t>BMP 280 for temperature &amp; pressure sensing</a:t>
            </a:r>
            <a:endParaRPr dirty="0"/>
          </a:p>
          <a:p>
            <a:r>
              <a:rPr dirty="0"/>
              <a:t>• Backup Battery (RTC)</a:t>
            </a:r>
          </a:p>
          <a:p>
            <a:r>
              <a:rPr dirty="0"/>
              <a:t>• Power Supply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RTC – DS1307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Battery-backed real-time clock</a:t>
            </a:r>
          </a:p>
          <a:p>
            <a:r>
              <a:t>• Communicates via I2C</a:t>
            </a:r>
          </a:p>
          <a:p>
            <a:r>
              <a:t>• Stores time &amp; date in BCD format</a:t>
            </a:r>
          </a:p>
          <a:p>
            <a:r>
              <a:t>• Keeps time even when power is 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DS1307 Register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0x00 – Seconds</a:t>
            </a:r>
          </a:p>
          <a:p>
            <a:r>
              <a:t>0x01 – Minutes</a:t>
            </a:r>
          </a:p>
          <a:p>
            <a:r>
              <a:t>0x02 – Hours</a:t>
            </a:r>
          </a:p>
          <a:p>
            <a:r>
              <a:t>0x03 – Day of Week</a:t>
            </a:r>
          </a:p>
          <a:p>
            <a:r>
              <a:t>0x04 – Date</a:t>
            </a:r>
          </a:p>
          <a:p>
            <a:r>
              <a:t>0x05 – Month</a:t>
            </a:r>
          </a:p>
          <a:p>
            <a:r>
              <a:t>0x06 –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OLED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SSD1306 controller</a:t>
            </a:r>
          </a:p>
          <a:p>
            <a:r>
              <a:rPr dirty="0"/>
              <a:t>• I2C interface</a:t>
            </a:r>
          </a:p>
          <a:p>
            <a:r>
              <a:rPr dirty="0"/>
              <a:t>• 128x64 resolution</a:t>
            </a:r>
          </a:p>
          <a:p>
            <a:r>
              <a:rPr dirty="0"/>
              <a:t>• Custom font rendering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Temperature </a:t>
            </a:r>
            <a:r>
              <a:rPr lang="en-IN" dirty="0"/>
              <a:t>&amp; Pressure </a:t>
            </a:r>
            <a:r>
              <a:rPr dirty="0"/>
              <a:t>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Temperature</a:t>
            </a:r>
            <a:r>
              <a:rPr lang="en-IN" dirty="0"/>
              <a:t> &amp; Pressure</a:t>
            </a:r>
            <a:r>
              <a:rPr dirty="0"/>
              <a:t> measured using BMP280 sensor</a:t>
            </a:r>
          </a:p>
          <a:p>
            <a:r>
              <a:rPr dirty="0"/>
              <a:t>• Digital sensor with factory calibration</a:t>
            </a:r>
          </a:p>
          <a:p>
            <a:r>
              <a:rPr dirty="0"/>
              <a:t>• Value displayed with two decimal places</a:t>
            </a:r>
          </a:p>
          <a:p>
            <a:r>
              <a:rPr dirty="0"/>
              <a:t>• Custom float formatting (no </a:t>
            </a:r>
            <a:r>
              <a:rPr dirty="0" err="1"/>
              <a:t>printf</a:t>
            </a:r>
            <a:r>
              <a:rPr dirty="0"/>
              <a:t>)</a:t>
            </a:r>
          </a:p>
          <a:p>
            <a:r>
              <a:rPr dirty="0"/>
              <a:t>• Optimized for embedded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Embedded C (AVR-GCC)</a:t>
            </a:r>
          </a:p>
          <a:p>
            <a:r>
              <a:rPr dirty="0"/>
              <a:t>• Register-level programming</a:t>
            </a:r>
          </a:p>
          <a:p>
            <a:r>
              <a:rPr dirty="0"/>
              <a:t>• Modular drivers for:</a:t>
            </a:r>
          </a:p>
          <a:p>
            <a:r>
              <a:rPr dirty="0"/>
              <a:t>  – I2C</a:t>
            </a:r>
            <a:endParaRPr lang="en-IN" dirty="0"/>
          </a:p>
          <a:p>
            <a:r>
              <a:rPr lang="en-IN" dirty="0"/>
              <a:t>–  SPI</a:t>
            </a:r>
            <a:endParaRPr dirty="0"/>
          </a:p>
          <a:p>
            <a:r>
              <a:rPr dirty="0"/>
              <a:t>  – RTC</a:t>
            </a:r>
          </a:p>
          <a:p>
            <a:r>
              <a:rPr dirty="0"/>
              <a:t>  – OLED Display</a:t>
            </a:r>
            <a:endParaRPr lang="en-IN" dirty="0"/>
          </a:p>
          <a:p>
            <a:r>
              <a:rPr lang="en-IN" dirty="0"/>
              <a:t> –  BMP 280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real-time clock</a:t>
            </a:r>
          </a:p>
          <a:p>
            <a:r>
              <a:t>• Date tracking</a:t>
            </a:r>
          </a:p>
          <a:p>
            <a:r>
              <a:t>• Temperature monitoring</a:t>
            </a:r>
          </a:p>
          <a:p>
            <a:r>
              <a:t>• Battery-backed RTC</a:t>
            </a:r>
          </a:p>
          <a:p>
            <a:r>
              <a:t>• Clean and readable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I2C protocol implementation</a:t>
            </a:r>
            <a:endParaRPr lang="en-IN" dirty="0"/>
          </a:p>
          <a:p>
            <a:r>
              <a:rPr dirty="0"/>
              <a:t>• </a:t>
            </a:r>
            <a:r>
              <a:rPr lang="en-IN" dirty="0"/>
              <a:t> SPI protocol implementation</a:t>
            </a:r>
          </a:p>
          <a:p>
            <a:r>
              <a:rPr lang="en-IN" dirty="0"/>
              <a:t>• </a:t>
            </a:r>
            <a:r>
              <a:rPr dirty="0"/>
              <a:t>C register handling</a:t>
            </a:r>
          </a:p>
          <a:p>
            <a:r>
              <a:rPr dirty="0"/>
              <a:t>• OLED graphics programming</a:t>
            </a:r>
          </a:p>
          <a:p>
            <a:r>
              <a:rPr dirty="0"/>
              <a:t>• Embedded C optimization</a:t>
            </a:r>
          </a:p>
          <a:p>
            <a:r>
              <a:rPr dirty="0"/>
              <a:t>• Real-time system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complete embedded system</a:t>
            </a:r>
          </a:p>
          <a:p>
            <a:r>
              <a:t>combining real-time clock, display handling,</a:t>
            </a:r>
          </a:p>
          <a:p>
            <a:r>
              <a:t>and sensor integration.</a:t>
            </a:r>
          </a:p>
          <a:p>
            <a:endParaRPr/>
          </a:p>
          <a:p>
            <a:r>
              <a:t>It reflects practical embedded firmware development.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303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RTC-Based Digital Clock (Time, Date, Temperature &amp; pressure)</vt:lpstr>
      <vt:lpstr>Project Overview</vt:lpstr>
      <vt:lpstr>Hardware Components</vt:lpstr>
      <vt:lpstr>RTC – DS1307</vt:lpstr>
      <vt:lpstr>DS1307 Register Map</vt:lpstr>
      <vt:lpstr>OLED Display</vt:lpstr>
      <vt:lpstr>Temperature &amp; Pressure Display</vt:lpstr>
      <vt:lpstr>Software Design</vt:lpstr>
      <vt:lpstr>Key Features</vt:lpstr>
      <vt:lpstr>Learning Outcomes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Anees Kokadan</cp:lastModifiedBy>
  <cp:revision>4</cp:revision>
  <dcterms:created xsi:type="dcterms:W3CDTF">2013-01-27T09:14:16Z</dcterms:created>
  <dcterms:modified xsi:type="dcterms:W3CDTF">2026-01-29T01:41:15Z</dcterms:modified>
  <cp:category/>
</cp:coreProperties>
</file>