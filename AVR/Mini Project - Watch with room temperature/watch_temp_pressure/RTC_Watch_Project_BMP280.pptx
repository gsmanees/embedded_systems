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-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858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913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195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836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80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78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3312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129281"/>
            <a:ext cx="2551461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88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179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094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286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8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46115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6065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93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7152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121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05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804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73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4000"/>
                </a:schemeClr>
              </a:gs>
              <a:gs pos="66000">
                <a:schemeClr val="accent5">
                  <a:alpha val="0"/>
                </a:schemeClr>
              </a:gs>
              <a:gs pos="36000">
                <a:schemeClr val="accent5"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11000"/>
                </a:schemeClr>
              </a:gs>
              <a:gs pos="75000">
                <a:schemeClr val="accent5">
                  <a:alpha val="0"/>
                </a:schemeClr>
              </a:gs>
              <a:gs pos="36000">
                <a:schemeClr val="accent5"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8000"/>
                </a:schemeClr>
              </a:gs>
              <a:gs pos="72000">
                <a:schemeClr val="accent5">
                  <a:alpha val="0"/>
                </a:schemeClr>
              </a:gs>
              <a:gs pos="36000">
                <a:schemeClr val="accent5"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6539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7614261" cy="1400530"/>
          </a:xfrm>
        </p:spPr>
        <p:txBody>
          <a:bodyPr/>
          <a:lstStyle/>
          <a:p>
            <a:r>
              <a:rPr dirty="0"/>
              <a:t>RTC-Based Digital Watch</a:t>
            </a:r>
          </a:p>
          <a:p>
            <a:r>
              <a:rPr dirty="0"/>
              <a:t>(Time, Date &amp; Temperature)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Project Submission</a:t>
            </a:r>
          </a:p>
          <a:p>
            <a:endParaRPr dirty="0"/>
          </a:p>
          <a:p>
            <a:r>
              <a:rPr dirty="0"/>
              <a:t>Developed using AVR Microcontroller</a:t>
            </a:r>
          </a:p>
          <a:p>
            <a:r>
              <a:rPr dirty="0"/>
              <a:t>RTC + OLED + Temperature Sensor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watch displaying Time, Date, and Room Temperature</a:t>
            </a:r>
          </a:p>
          <a:p>
            <a:r>
              <a:t>• Real-time data using RTC</a:t>
            </a:r>
          </a:p>
          <a:p>
            <a:r>
              <a:t>• OLED-based graphical display</a:t>
            </a:r>
          </a:p>
          <a:p>
            <a:r>
              <a:t>• Designed using embedded C (bare-metal)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Hardware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AVR Microcontroller (ATmega series)</a:t>
            </a:r>
          </a:p>
          <a:p>
            <a:r>
              <a:t>• DS1307 RTC Module</a:t>
            </a:r>
          </a:p>
          <a:p>
            <a:r>
              <a:t>• OLED Display (SSD1306 – I2C)</a:t>
            </a:r>
          </a:p>
          <a:p>
            <a:r>
              <a:t>• Temperature Sensor</a:t>
            </a:r>
          </a:p>
          <a:p>
            <a:r>
              <a:t>• Backup Battery (RTC)</a:t>
            </a:r>
          </a:p>
          <a:p>
            <a:r>
              <a:t>• Power Supply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RTC – DS1307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Battery-backed real-time clock</a:t>
            </a:r>
          </a:p>
          <a:p>
            <a:r>
              <a:t>• Communicates via I2C</a:t>
            </a:r>
          </a:p>
          <a:p>
            <a:r>
              <a:t>• Stores time &amp; date in BCD format</a:t>
            </a:r>
          </a:p>
          <a:p>
            <a:r>
              <a:t>• Keeps time even when power is 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DS1307 Register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0x00 – Seconds</a:t>
            </a:r>
          </a:p>
          <a:p>
            <a:r>
              <a:t>0x01 – Minutes</a:t>
            </a:r>
          </a:p>
          <a:p>
            <a:r>
              <a:t>0x02 – Hours</a:t>
            </a:r>
          </a:p>
          <a:p>
            <a:r>
              <a:t>0x03 – Day of Week</a:t>
            </a:r>
          </a:p>
          <a:p>
            <a:r>
              <a:t>0x04 – Date</a:t>
            </a:r>
          </a:p>
          <a:p>
            <a:r>
              <a:t>0x05 – Month</a:t>
            </a:r>
          </a:p>
          <a:p>
            <a:r>
              <a:t>0x06 – Year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OLED 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SSD1306 controller</a:t>
            </a:r>
          </a:p>
          <a:p>
            <a:r>
              <a:rPr dirty="0"/>
              <a:t>• I2C interface</a:t>
            </a:r>
          </a:p>
          <a:p>
            <a:r>
              <a:rPr dirty="0"/>
              <a:t>• 128x64 resolution</a:t>
            </a:r>
          </a:p>
          <a:p>
            <a:r>
              <a:rPr dirty="0"/>
              <a:t>• Custom font rendering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Temperature Display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Temperature measured using BMP280 sensor</a:t>
            </a:r>
          </a:p>
          <a:p>
            <a:r>
              <a:t>• Digital sensor with factory calibration</a:t>
            </a:r>
          </a:p>
          <a:p>
            <a:r>
              <a:t>• Value displayed with two decimal places</a:t>
            </a:r>
          </a:p>
          <a:p>
            <a:r>
              <a:t>• Custom float formatting (no printf)</a:t>
            </a:r>
          </a:p>
          <a:p>
            <a:r>
              <a:t>• Optimized for embedded systems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Embedded C (AVR-GCC)</a:t>
            </a:r>
          </a:p>
          <a:p>
            <a:r>
              <a:rPr dirty="0"/>
              <a:t>• Register-level programming</a:t>
            </a:r>
          </a:p>
          <a:p>
            <a:r>
              <a:rPr dirty="0"/>
              <a:t>• Modular drivers for:</a:t>
            </a:r>
          </a:p>
          <a:p>
            <a:r>
              <a:rPr dirty="0"/>
              <a:t>  – I2C</a:t>
            </a:r>
            <a:endParaRPr lang="en-IN" dirty="0"/>
          </a:p>
          <a:p>
            <a:r>
              <a:rPr lang="en-IN" dirty="0"/>
              <a:t>–  SPI</a:t>
            </a:r>
            <a:endParaRPr dirty="0"/>
          </a:p>
          <a:p>
            <a:r>
              <a:rPr dirty="0"/>
              <a:t>  – RTC</a:t>
            </a:r>
          </a:p>
          <a:p>
            <a:r>
              <a:rPr dirty="0"/>
              <a:t>  – OLED Display</a:t>
            </a:r>
            <a:endParaRPr lang="en-IN" dirty="0"/>
          </a:p>
          <a:p>
            <a:r>
              <a:rPr lang="en-IN" dirty="0"/>
              <a:t> –  BMP 280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Accurate real-time clock</a:t>
            </a:r>
          </a:p>
          <a:p>
            <a:r>
              <a:t>• Date tracking</a:t>
            </a:r>
          </a:p>
          <a:p>
            <a:r>
              <a:t>• Temperature monitoring</a:t>
            </a:r>
          </a:p>
          <a:p>
            <a:r>
              <a:t>• Battery-backed RTC</a:t>
            </a:r>
          </a:p>
          <a:p>
            <a:r>
              <a:t>• Clean and readable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I2C protocol implementation</a:t>
            </a:r>
            <a:endParaRPr lang="en-IN" dirty="0"/>
          </a:p>
          <a:p>
            <a:r>
              <a:rPr dirty="0"/>
              <a:t>• </a:t>
            </a:r>
            <a:r>
              <a:rPr lang="en-IN" dirty="0"/>
              <a:t> SPI protocol implementation</a:t>
            </a:r>
          </a:p>
          <a:p>
            <a:r>
              <a:rPr lang="en-IN" dirty="0"/>
              <a:t>• </a:t>
            </a:r>
            <a:r>
              <a:rPr dirty="0"/>
              <a:t>C register handling</a:t>
            </a:r>
          </a:p>
          <a:p>
            <a:r>
              <a:rPr dirty="0"/>
              <a:t>• OLED graphics programming</a:t>
            </a:r>
          </a:p>
          <a:p>
            <a:r>
              <a:rPr dirty="0"/>
              <a:t>• Embedded C optimization</a:t>
            </a:r>
          </a:p>
          <a:p>
            <a:r>
              <a:rPr dirty="0"/>
              <a:t>• Real-time system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Temperature Sensing – BMP280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BMP280 Digital Temperature Sensor</a:t>
            </a:r>
            <a:r>
              <a:rPr lang="en-IN" dirty="0"/>
              <a:t> interfaced via SPI protocol</a:t>
            </a:r>
            <a:endParaRPr dirty="0"/>
          </a:p>
          <a:p>
            <a:r>
              <a:rPr dirty="0"/>
              <a:t>• High accuracy temperature measurement</a:t>
            </a:r>
          </a:p>
          <a:p>
            <a:r>
              <a:rPr dirty="0"/>
              <a:t>• Factory calibrated sensor</a:t>
            </a:r>
          </a:p>
          <a:p>
            <a:r>
              <a:rPr dirty="0"/>
              <a:t>• Used for room temperature display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 a complete embedded system</a:t>
            </a:r>
          </a:p>
          <a:p>
            <a:r>
              <a:t>combining real-time clock, display handling,</a:t>
            </a:r>
          </a:p>
          <a:p>
            <a:r>
              <a:t>and sensor integration.</a:t>
            </a:r>
          </a:p>
          <a:p>
            <a:endParaRPr/>
          </a:p>
          <a:p>
            <a:r>
              <a:t>It reflects practical embedded firmware development.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</TotalTime>
  <Words>319</Words>
  <Application>Microsoft Office PowerPoint</Application>
  <PresentationFormat>On-screen Show (4:3)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RTC-Based Digital Watch (Time, Date &amp; Temperature)</vt:lpstr>
      <vt:lpstr>Project Overview</vt:lpstr>
      <vt:lpstr>Hardware Components</vt:lpstr>
      <vt:lpstr>RTC – DS1307</vt:lpstr>
      <vt:lpstr>DS1307 Register Map</vt:lpstr>
      <vt:lpstr>OLED Display</vt:lpstr>
      <vt:lpstr>Temperature Display</vt:lpstr>
      <vt:lpstr>Software Design</vt:lpstr>
      <vt:lpstr>Key Features</vt:lpstr>
      <vt:lpstr>Learning Outcomes</vt:lpstr>
      <vt:lpstr>Temperature Sensing – BMP280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Anees Kokadan</cp:lastModifiedBy>
  <cp:revision>3</cp:revision>
  <dcterms:created xsi:type="dcterms:W3CDTF">2013-01-27T09:14:16Z</dcterms:created>
  <dcterms:modified xsi:type="dcterms:W3CDTF">2026-01-25T20:39:19Z</dcterms:modified>
  <cp:category/>
</cp:coreProperties>
</file>